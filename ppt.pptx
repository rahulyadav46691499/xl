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left to right, outermost trust boundary first: untrusted clients, Google's edge, the GCP project, then the two Cloud Run services, the data tier and controlled egress. Red tiles are controls; line style is the trust level (legend bottom-left). Numbers 1 to 11 follow one analyst question end to end; A is an approved write-back; B is a deployment. The next slide lists every step with its control. What ships today vs. target: the repo's Cloud Run commands deploy oppal-frontend and oppal-bck with --allow-unauthenticated, TLS terminated by Google's front end, and no load balancer or Cloud Armor (the nginx config itself recommends an external HTTPS LB plus Cloud Armor). The token-signing secret and settings.json (LLM API key) live on the instance's in-memory disk, which is why the backend runs at max-instances 1. Items marked (target) close those gaps: LB + Armor in front, run.app ingress restricted to the LB, secrets in Secret Manager, and an egress allow-list. Controls that exist in code today: deny-by-default bearer tokens (HMAC-SHA256, 8 h), PBKDF2 password hashing, 120 req/60 s rate limit, RBAC/ABAC with LOB scoping, nosniff / frame DENY / no-referrer / no-store headers, PHI Guard wrapping every LLM provider, read-only scope-enforced MCP execute(), 0.85 trust gate, maker-checker with two compliance officers, a dry-run write-back adapter, and the SHA-256 hash-chained audit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row per numbered badge on the previous slide. Rows marked (target) are recommended hardening for production; everything else is enforced in the OpPal code today. The response travels back along the same TLS path in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74" y="609581"/>
            <a:ext cx="10566443" cy="35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C43D14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74" y="1264902"/>
            <a:ext cx="10566426" cy="478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74" y="609581"/>
            <a:ext cx="10566443" cy="35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C43D14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74" y="1264902"/>
            <a:ext cx="10566426" cy="478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Pal high-level security architecture on Google Cloud Run: clients reach a Google HTTPS load balancer with Cloud Armor, then the nginx frontend, then the FastAPI backend where security middleware, token auth and RBAC/ABAC gate the orchestrator; SQL is validated and run read-only by the MCP data service against the SQLite warehouse; answers are trust-gated at 0.85 and hashed into the audit ledger; PHI-scrubbed prompts and approved write-backs leave only through controlled egress to LLM provid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937" cy="68579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3194" y="253951"/>
            <a:ext cx="12139117" cy="33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43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Security Design (Including Traffic Flow) — End to End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203194" y="609581"/>
            <a:ext cx="12139117" cy="190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OpPal on Google Cloud Run · component level · “(target)” = recommended hardening, not in today’s deploy scripts · project and region names are sample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79384" y="1206499"/>
            <a:ext cx="1130296" cy="16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9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638265" y="1206499"/>
            <a:ext cx="1003293" cy="16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9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edge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870197" y="1066780"/>
            <a:ext cx="5886409" cy="16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9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Cloud project · us-central1 (sample)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997200" y="1333447"/>
            <a:ext cx="1054051" cy="164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oppal-frontend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54456" y="1333447"/>
            <a:ext cx="4316711" cy="16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9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oppal-bck · Cloud Run · FastAPI · 1 instance · non-root user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24877" y="1333447"/>
            <a:ext cx="1257299" cy="16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9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tier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724877" y="4241794"/>
            <a:ext cx="1257299" cy="16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9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Egress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022578" y="5575295"/>
            <a:ext cx="4578337" cy="16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9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security &amp; governance services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25100" y="1206499"/>
            <a:ext cx="1638253" cy="16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9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Says no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325100" y="2222466"/>
            <a:ext cx="1638253" cy="16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9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parties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9384" y="4635464"/>
            <a:ext cx="1130296" cy="164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legend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41268" y="1917649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Analysts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(LOB-scoped)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41268" y="2806668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officers ×2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41268" y="3695688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admin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(gcloud)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536674" y="1917649"/>
            <a:ext cx="1130296" cy="15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DNS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536674" y="2806668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load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balancer (target)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536674" y="3695688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Armor WAF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(target)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920988" y="1917649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SPA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(static assets)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920988" y="2806668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nginx reverse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502136" y="1917649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772110" y="1917649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auth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(HMAC-SHA256)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042137" y="1917649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+ ABAC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LOB scope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502136" y="2806668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772110" y="2806668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validation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042137" y="2806668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data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502136" y="3695688"/>
            <a:ext cx="1130296" cy="15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queue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772110" y="3695688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gate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0.85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042137" y="3695688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02136" y="4775184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engine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maker-checker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772110" y="4775184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042137" y="4775184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 Guard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(scrub + tokenise)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750288" y="1917649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Brain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(Markdown)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750288" y="2806668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(SQLite)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8750288" y="3695688"/>
            <a:ext cx="1130296" cy="15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ledger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8750288" y="4775184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Egress firewall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NAT (target)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0331438" y="2806668"/>
            <a:ext cx="1574779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warehouses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Snowflake · BigQuery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0331438" y="3695688"/>
            <a:ext cx="1574779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Write-back systems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Facets · QNXT · webhook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0331438" y="4775184"/>
            <a:ext cx="1574779" cy="407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providers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· OpenAI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· Azure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2965441" y="6140422"/>
            <a:ext cx="1130296" cy="15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Build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108412" y="6140422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5251436" y="6140422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IAM service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6394407" y="6140422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 Manager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(target)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7537431" y="6140422"/>
            <a:ext cx="1130296" cy="15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Logging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8680402" y="6140422"/>
            <a:ext cx="1130296" cy="28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</a:t>
            </a:r>
            <a:endParaRPr lang="en-US" sz="850" dirty="0"/>
          </a:p>
          <a:p>
            <a:pPr algn="ctr" indent="0" marL="0">
              <a:lnSpc>
                <a:spcPts val="1003"/>
              </a:lnSpc>
              <a:buNone/>
            </a:pPr>
            <a:r>
              <a:rPr lang="en-US" sz="85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9049" y="4013167"/>
            <a:ext cx="990577" cy="36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Untrusted · browser holds an 8 h signed token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1777984" y="4013167"/>
            <a:ext cx="863574" cy="36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TLS 1.2+ cert · OWASP rules · per-IP limits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3162298" y="4908545"/>
            <a:ext cx="863574" cy="36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LB-only ingress · real IP from XFF · TLS to API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4394176" y="5181571"/>
            <a:ext cx="4159758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Deny by default: bearer token on every /api route · 120 req / 60 s per client · RBAC + ABAC per route · every refusal written to the ledger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8864596" y="3873448"/>
            <a:ext cx="1117580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network port; read via MCP only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8864596" y="5086305"/>
            <a:ext cx="1117580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443 only · allow-listed hosts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10464765" y="5276836"/>
            <a:ext cx="1523967" cy="36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PHI-scrubbed text reaches an LLM · write-back is dry-run by default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10325100" y="1396976"/>
            <a:ext cx="1650969" cy="585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PHI in LLM prompts</a:t>
            </a:r>
            <a:endParaRPr lang="en-US" sz="75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write-back on one signature</a:t>
            </a:r>
            <a:endParaRPr lang="en-US" sz="75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SQL that widens LOB scope</a:t>
            </a:r>
            <a:endParaRPr lang="en-US" sz="75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secrets baked into images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4216361" y="1549357"/>
            <a:ext cx="711193" cy="140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3"/>
              </a:lnSpc>
              <a:buNone/>
            </a:pPr>
            <a:r>
              <a:rPr lang="en-US" sz="70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/api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7823195" y="2374848"/>
            <a:ext cx="749288" cy="140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3"/>
              </a:lnSpc>
              <a:buNone/>
            </a:pPr>
            <a:r>
              <a:rPr lang="en-US" sz="70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SQL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7823195" y="3327396"/>
            <a:ext cx="749288" cy="140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3"/>
              </a:lnSpc>
              <a:buNone/>
            </a:pPr>
            <a:r>
              <a:rPr lang="en-US" sz="70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 append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7823195" y="4406892"/>
            <a:ext cx="749288" cy="140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3"/>
              </a:lnSpc>
              <a:buNone/>
            </a:pPr>
            <a:r>
              <a:rPr lang="en-US" sz="70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PHI-scrubbed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5308573" y="3327396"/>
            <a:ext cx="888953" cy="140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3"/>
              </a:lnSpc>
              <a:buNone/>
            </a:pPr>
            <a:r>
              <a:rPr lang="en-US" sz="70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0.85 withheld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6565884" y="3327396"/>
            <a:ext cx="888953" cy="140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3"/>
              </a:lnSpc>
              <a:buNone/>
            </a:pPr>
            <a:r>
              <a:rPr lang="en-US" sz="700" dirty="0">
                <a:solidFill>
                  <a:srgbClr val="545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0.85 answer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596864" y="4889470"/>
            <a:ext cx="838195" cy="16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596864" y="5105380"/>
            <a:ext cx="838195" cy="16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Inspected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596864" y="5321290"/>
            <a:ext cx="838195" cy="16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596864" y="5537200"/>
            <a:ext cx="838195" cy="16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596864" y="5753056"/>
            <a:ext cx="838195" cy="16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/ deploy</a:t>
            </a:r>
            <a:endParaRPr lang="en-US" sz="750" dirty="0"/>
          </a:p>
        </p:txBody>
      </p:sp>
      <p:sp>
        <p:nvSpPr>
          <p:cNvPr id="68" name="Text 65"/>
          <p:cNvSpPr/>
          <p:nvPr/>
        </p:nvSpPr>
        <p:spPr>
          <a:xfrm>
            <a:off x="596864" y="5968966"/>
            <a:ext cx="838195" cy="16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Egress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596864" y="6184876"/>
            <a:ext cx="838195" cy="16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plane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1371576" y="2089105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2425693" y="2533642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3987767" y="2089105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5587991" y="1644623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6857964" y="1644623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8216898" y="1936724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235414" y="3486136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587991" y="2533642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8775667" y="2470114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7188160" y="3124148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775667" y="3422607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5587991" y="5041852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1371576" y="5391122"/>
            <a:ext cx="228560" cy="16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9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74" y="609581"/>
            <a:ext cx="10883437" cy="375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i="0" dirty="0">
                <a:solidFill>
                  <a:srgbClr val="C43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path, step by step — the control at each hop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208" y="1173729"/>
          <a:ext cx="10556009" cy="4625030"/>
        </p:xfrm>
        <a:graphic>
          <a:graphicData uri="http://schemas.openxmlformats.org/drawingml/2006/table">
            <a:tbl>
              <a:tblPr/>
              <a:tblGrid>
                <a:gridCol w="527800"/>
                <a:gridCol w="3166803"/>
                <a:gridCol w="6861406"/>
              </a:tblGrid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9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Control enforced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9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045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Analyst opens OpPal over HTTPS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DNS → Google HTTPS load balancer · TLS 1.2+ managed cert (target)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563C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LB forwards to the frontend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 Armor WAF + per-IP limits; run.app ingress = LB only (target)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563C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nginx proxies /api/* to backend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TLS with SNI · real client IP from X-Forwarded-For · 50 MB body cap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563C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Security middleware admits call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120 req / 60 s per client · HMAC-SHA256 bearer token (8 h) · deny by default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563C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Role and LOB scope resolved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RBAC per route · ABAC LOB filter · every refusal written to the ledger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563C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Orchestrator grounds question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Graph-RAG over the governed Context Brain; out-of-scope LOB refused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74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Prompt goes to the chosen LLM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PHI Guard tokenises PHI/PII first · egress 443 to allow-listed hosts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563C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Generated SQL is validated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Read-only + scope gates; rejected LLM SQL falls back to a governed template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F7A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MCP data service runs it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execute() is final: scope always injected, no adapter can bypass it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563C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Answer is trust-scored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Below 0.85 the SQL is withheld and the question goes to the review queue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F7A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step is hashed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Provenance receipt appended to the SHA-256 chained audit ledger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6D35C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 action written back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Maker-checker by two compliance officers · dry-run adapter by default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035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6D35C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Platform admin deploys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 Build → Artifact Registry → Cloud Run under least-privilege accounts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pPal Security Architecture">
  <a:themeElements>
    <a:clrScheme name="OpPal Security Architecture">
      <a:dk1>
        <a:srgbClr val="141413"/>
      </a:dk1>
      <a:lt1>
        <a:srgbClr val="FFFFFF"/>
      </a:lt1>
      <a:dk2>
        <a:srgbClr val="4F4F4E"/>
      </a:dk2>
      <a:lt2>
        <a:srgbClr val="E8E8E7"/>
      </a:lt2>
      <a:accent1>
        <a:srgbClr val="C43D14"/>
      </a:accent1>
      <a:accent2>
        <a:srgbClr val="545C66"/>
      </a:accent2>
      <a:accent3>
        <a:srgbClr val="9AA0A6"/>
      </a:accent3>
      <a:accent4>
        <a:srgbClr val="727271"/>
      </a:accent4>
      <a:accent5>
        <a:srgbClr val="959595"/>
      </a:accent5>
      <a:accent6>
        <a:srgbClr val="B9B9B8"/>
      </a:accent6>
      <a:hlink>
        <a:srgbClr val="0563C1"/>
      </a:hlink>
      <a:folHlink>
        <a:srgbClr val="954F72"/>
      </a:folHlink>
    </a:clrScheme>
    <a:fontScheme name="OpPal Security Architectur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OpPal Security Architecture</dc:title>
  <dc:subject/>
  <dc:creator/>
  <cp:lastModifiedBy/>
  <cp:revision>1</cp:revision>
  <dcterms:created xsi:type="dcterms:W3CDTF">2026-10-12T08:01:10Z</dcterms:created>
  <dcterms:modified xsi:type="dcterms:W3CDTF">2026-10-12T08:01:10Z</dcterms:modified>
</cp:coreProperties>
</file>